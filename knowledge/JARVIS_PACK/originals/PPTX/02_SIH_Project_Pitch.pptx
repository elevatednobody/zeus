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A1628"/>
                </a:solidFill>
                <a:latin typeface="Calibri"/>
              </a:rPr>
              <a:t>Smart India Hackathon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5A6A7A"/>
                </a:solidFill>
                <a:latin typeface="Calibri"/>
              </a:rPr>
              <a:t>AI-Powered Local Assistant for Real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JARVIS · Local AI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628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Teams need AI help offline (labs, limited internet)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Cloud tools raise privacy and cost concerns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Chatbots often cannot open apps or create real Office files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Document workflows stay manual and slow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628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JARVIS: modular local AI agent on Windows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Ollama models for reasoning, coding, and writing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Native tools for Word, Excel, PowerPoint, PDF, OCR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Voice + desktop automation for hands-free operation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Transparent model activity so users trust the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A1628"/>
                </a:solidFill>
                <a:latin typeface="Calibri"/>
              </a:rPr>
              <a:t>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023360" cy="475488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565C0"/>
                </a:solidFill>
                <a:latin typeface="Calibri"/>
              </a:rPr>
              <a:t>For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Assignment drafting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Code help offline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Presentation scaffolding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Study notes &amp; summaries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97280"/>
            <a:ext cx="4023360" cy="475488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565C0"/>
                </a:solidFill>
                <a:latin typeface="Calibri"/>
              </a:rPr>
              <a:t>For Industry / 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82880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Private on-prem AI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Document pipelines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Inspection report support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No data leaves the PC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628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Python + PySide6 native UI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Ollama (Qwen, DeepSeek-R1, Coder, Moondream, BGE)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python-docx · openpyxl · python-pptx · PyMuPDF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Faster-Whisper STT · Windows SAPI / pyttsx3 TTS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SQLite + optional Chroma for memory / RAG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628"/>
                </a:solidFill>
                <a:latin typeface="Calibri"/>
              </a:rPr>
              <a:t>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1. Voice or text: open app / ask a question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2. Write short essay → opens as real .docx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3. Generate or open sample Excel KPI sheet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4. Show model tag used for the task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5. Offline — Ollama only, no cloud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A1628"/>
                </a:solidFill>
                <a:latin typeface="Calibri"/>
              </a:rPr>
              <a:t>Ask us anything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5A6A7A"/>
                </a:solidFill>
                <a:latin typeface="Calibri"/>
              </a:rPr>
              <a:t>Team · Repo ·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JARVIS · Local AI ·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