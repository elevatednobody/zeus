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A1628"/>
                </a:solidFill>
                <a:latin typeface="Calibri"/>
              </a:rPr>
              <a:t>Live Demo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5A6A7A"/>
                </a:solidFill>
                <a:latin typeface="Calibri"/>
              </a:rPr>
              <a:t>10-minute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JARVIS · Local AI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628"/>
                </a:solidFill>
                <a:latin typeface="Calibri"/>
              </a:rPr>
              <a:t>Setup (before audience)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ollama serve is running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Core models listed: ollama list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JARVIS started via START.bat / main.py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Sample PDF ready on Desktop (optional)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628"/>
                </a:solidFill>
                <a:latin typeface="Calibri"/>
              </a:rPr>
              <a:t>Minute-by-minute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0–1: Open JARVIS UI, show status ONLINE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1–3: Chat — simple question (fast model)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3–5: open notepad / type a line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5–7: write short essay → open Word file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7–9: coding question → show model tag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9–10: Q&amp;A / offline reminder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628"/>
                </a:solidFill>
                <a:latin typeface="Calibri"/>
              </a:rPr>
              <a:t>If something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Ollama offline → run ollama serve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Model missing → ollama pull &lt;name&gt;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UI error → fall back to CLI mode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Stay calm — show logs and recovery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A1628"/>
                </a:solidFill>
                <a:latin typeface="Calibri"/>
              </a:rPr>
              <a:t>Talking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023360" cy="475488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565C0"/>
                </a:solidFill>
                <a:latin typeface="Calibri"/>
              </a:rPr>
              <a:t>Emphasize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Fully local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Real files not screenshots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Multi-model routing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Works on normal PCs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97280"/>
            <a:ext cx="4023360" cy="475488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565C0"/>
                </a:solidFill>
                <a:latin typeface="Calibri"/>
              </a:rPr>
              <a:t>Avoid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82880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Promising cloud features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Overstating accuracy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Live untested pulls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Scope creep demos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A1628"/>
                </a:solidFill>
                <a:latin typeface="Calibri"/>
              </a:rPr>
              <a:t>Demo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5A6A7A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JARVIS · Local AI ·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