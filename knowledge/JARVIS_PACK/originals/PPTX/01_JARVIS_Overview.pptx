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9144000" cy="5486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A1628"/>
                </a:solidFill>
                <a:latin typeface="Calibri"/>
              </a:rPr>
              <a:t>JARVIS AI Desktop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5A6A7A"/>
                </a:solidFill>
                <a:latin typeface="Calibri"/>
              </a:rPr>
              <a:t>Local · Offline-first · Multi-model Operating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Calibri"/>
              </a:rPr>
              <a:t>JARVIS · Local AI ·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A1628"/>
                </a:solidFill>
                <a:latin typeface="Calibri"/>
              </a:rPr>
              <a:t>What is JARVIS?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Personal AI desktop assistant for real computer work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Runs fully on your PC — core features need no cloud LLM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Uses Ollama local models for chat, coding, vision, reasoning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Controls apps, files, documents, voice, calendar, tasks, notes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Built for Windows with modest hardware (8–16 GB RAM)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A1628"/>
                </a:solidFill>
                <a:latin typeface="Calibri"/>
              </a:rPr>
              <a:t>Core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023360" cy="4754880"/>
          </a:xfrm>
          <a:prstGeom prst="round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565C0"/>
                </a:solidFill>
                <a:latin typeface="Calibri"/>
              </a:rPr>
              <a:t>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657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Natural language chat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Multi-model routing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Memory &amp; preferences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RAG over documents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Voice STT + TTS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097280"/>
            <a:ext cx="4023360" cy="4754880"/>
          </a:xfrm>
          <a:prstGeom prst="round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565C0"/>
                </a:solidFill>
                <a:latin typeface="Calibri"/>
              </a:rPr>
              <a:t>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828800"/>
            <a:ext cx="3657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Open applications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Type into any app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Word / Excel / PPT files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Screenshots &amp; OCR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System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A1628"/>
                </a:solidFill>
                <a:latin typeface="Calibri"/>
              </a:rPr>
              <a:t>Architecture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Orchestrator receives user intent (text or voice)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Task analyzer + planner decompose the request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Model router picks the smallest capable local model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Tools execute deterministic work (files, Office, automation)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Validators check results before delivery to the user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A1628"/>
                </a:solidFill>
                <a:latin typeface="Calibri"/>
              </a:rPr>
              <a:t>Hardware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Target: Intel i5 + 16 GB RAM + Intel Iris Xe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Prefer Q4 quantized 0.5B–7B models via Ollama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One heavy model active at a time to protect RAM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Deterministic tools used instead of LLM where possible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9144000" cy="5486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A1628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5A6A7A"/>
                </a:solidFill>
                <a:latin typeface="Calibri"/>
              </a:rPr>
              <a:t>Questions · Demo ·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Calibri"/>
              </a:rPr>
              <a:t>JARVIS · Local AI ·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