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Industrial AI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Sovereign · On-premise ·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Keep industrial data on local machines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Support inspection, maintenance, and operations knowledge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Generate reports in Word, Excel, and PowerPoint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Audit actions and require confirmation for risky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A1628"/>
                </a:solidFill>
                <a:latin typeface="Calibri"/>
              </a:rPr>
              <a:t>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Industrial corpus ingest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RAG with citations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Domain agents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Grounding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4023360" cy="4754880"/>
          </a:xfrm>
          <a:prstGeom prst="round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565C0"/>
                </a:solidFill>
                <a:latin typeface="Calibri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82880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Inventory views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Contacts &amp; logistics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Maintenance notes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A1628"/>
                </a:solidFill>
                <a:latin typeface="Calibri"/>
              </a:rPr>
              <a:t>• Secure vault (local)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Document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Upload PDF / image → OCR if needed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Structure extraction → embeddings (BGE-M3)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Rerank evidence → LLM answers with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Export findings to Word / Excel / PPT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A1628"/>
                </a:solidFill>
                <a:latin typeface="Calibri"/>
              </a:rPr>
              <a:t>Security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046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Local accounts · hashed passwords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Role-based access for sensitive formulas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No cloud LLM in the core path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A1628"/>
                </a:solidFill>
                <a:latin typeface="Calibri"/>
              </a:rPr>
              <a:t>•  Confirmation for delete / system-level 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A1628"/>
                </a:solidFill>
                <a:latin typeface="Calibri"/>
              </a:rPr>
              <a:t>Industrial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A6A7A"/>
                </a:solidFill>
                <a:latin typeface="Calibri"/>
              </a:rPr>
              <a:t>Private AI for the plant floor and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JARVIS · Local AI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