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From assistant to local AI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Phase A —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Chat + voice + app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Ollama integration + basic routing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Calendar, tasks, notes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Assignment / essay → Word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Native HUD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Phase B — Professional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Full PPT / Excel intelligence engines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OCR + RAG with reranker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Validators and auto-fix loops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Visible agent / model status in UI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Industrial knowledge ingest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Phase C — Scale &amp;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Multi-account login and audit logs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Stronger resource manager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Plugin marketplace (local)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Regression test suite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Installer and one-click START.bat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1628"/>
                </a:solidFill>
                <a:latin typeface="Calibri"/>
              </a:rPr>
              <a:t>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Task success rate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Time to first useful output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Voice reliability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Offline uptime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RAM under control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Model fallbacks work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No silent failures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Audit completeness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Next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Ship Phase B pipelines with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