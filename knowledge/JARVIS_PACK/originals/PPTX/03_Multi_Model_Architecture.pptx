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Multi-Model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Ollama is the head · Models are specialists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Why multi-model?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One model cannot be best at coding, vision, and math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Small models are faster for routing and simple commands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7B models used only when the task needs them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Saves RAM and improves response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1628"/>
                </a:solidFill>
                <a:latin typeface="Calibri"/>
              </a:rPr>
              <a:t>Model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0.5B / 3B → fast chat &amp; routing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Coder 7B → Python &amp; debug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R1 7B → hard reasoning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Moondream / VL →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BGE-M3 → embeddings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BGE-Reranker → evidence rank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Aya → multilingual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Mistral / Phi → general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Request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User request → Intent detection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Context + memory retrieval (only relevant bits)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Task classification → Model router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Specialist agent +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Validation → Auto-fix if needed → Final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Resource Rules (16 GB 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Prefer smallest capable model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Avoid loading two 7B models at once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Use tools for math, files, and Office — not the LLM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Release inactive models when possible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Right model · Right tool · Right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